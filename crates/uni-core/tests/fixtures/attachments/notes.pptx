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36440" y="1063800"/>
            <a:ext cx="5698800" cy="143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036440" y="2736360"/>
            <a:ext cx="5698800" cy="499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1440" y="720360"/>
            <a:ext cx="1063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Thursday notes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21440" y="1008720"/>
            <a:ext cx="22780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 short test document for Uni.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